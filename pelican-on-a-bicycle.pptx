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4472C4" accent2="ED7D31" accent3="A5A5A5" accent4="FFC000" accent5="5B9BD5" accent6="70AD47" bg1="lt1" bg2="lt2" tx1="dk1" tx2="dk2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elican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elican.sv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elican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A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35B6A4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720000" y="1350000"/>
            <a:ext cx="5200000" cy="19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4100" b="1" dirty="0">
                <a:solidFill>
                  <a:srgbClr val="203746"/>
                </a:solidFill>
                <a:latin typeface="Aptos"/>
              </a:rPr>
              <a:t>A VERY UNUSUAL</a:t>
            </a:r>
            <a:endParaRPr lang="en-US" sz="4100"/>
          </a:p>
          <a:p>
            <a:pPr algn="l"/>
            <a:r>
              <a:rPr lang="en-US" sz="4100" b="1" dirty="0">
                <a:solidFill>
                  <a:srgbClr val="203746"/>
                </a:solidFill>
                <a:latin typeface="Aptos"/>
              </a:rPr>
              <a:t>BIKE RIDE</a:t>
            </a:r>
            <a:endParaRPr lang="en-US" sz="4100"/>
          </a:p>
        </p:txBody>
      </p:sp>
      <p:sp>
        <p:nvSpPr>
          <p:cNvPr id="5" name="Text 5"/>
          <p:cNvSpPr txBox="1"/>
          <p:nvPr/>
        </p:nvSpPr>
        <p:spPr>
          <a:xfrm>
            <a:off x="750000" y="3550000"/>
            <a:ext cx="4500000" cy="9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2300" b="0" dirty="0">
                <a:solidFill>
                  <a:srgbClr val="526B77"/>
                </a:solidFill>
                <a:latin typeface="Aptos"/>
              </a:rPr>
              <a:t>The day Pip the pelican</a:t>
            </a:r>
            <a:endParaRPr lang="en-US" sz="2300"/>
          </a:p>
          <a:p>
            <a:pPr algn="l"/>
            <a:r>
              <a:rPr lang="en-US" sz="2300" b="0" dirty="0">
                <a:solidFill>
                  <a:srgbClr val="526B77"/>
                </a:solidFill>
                <a:latin typeface="Aptos"/>
              </a:rPr>
              <a:t>learned to ride.</a:t>
            </a:r>
            <a:endParaRPr lang="en-US" sz="2300"/>
          </a:p>
        </p:txBody>
      </p:sp>
      <p:sp>
        <p:nvSpPr>
          <p:cNvPr id="6" name="Shape 6"/>
          <p:cNvSpPr/>
          <p:nvPr/>
        </p:nvSpPr>
        <p:spPr>
          <a:xfrm>
            <a:off x="750000" y="4930000"/>
            <a:ext cx="2350000" cy="600000"/>
          </a:xfrm>
          <a:prstGeom prst="roundRect">
            <a:avLst/>
          </a:prstGeom>
          <a:solidFill>
            <a:srgbClr val="F4A52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850000" y="5010000"/>
            <a:ext cx="215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50" b="1" dirty="0">
                <a:solidFill>
                  <a:srgbClr val="203746"/>
                </a:solidFill>
                <a:latin typeface="Aptos"/>
              </a:rPr>
              <a:t>A little story about balance,</a:t>
            </a:r>
            <a:endParaRPr lang="en-US" sz="1250"/>
          </a:p>
          <a:p>
            <a:pPr algn="ctr"/>
            <a:r>
              <a:rPr lang="en-US" sz="1250" b="1" dirty="0">
                <a:solidFill>
                  <a:srgbClr val="203746"/>
                </a:solidFill>
                <a:latin typeface="Aptos"/>
              </a:rPr>
              <a:t>bravery, and a big beak.</a:t>
            </a:r>
            <a:endParaRPr lang="en-US" sz="1250"/>
          </a:p>
        </p:txBody>
      </p:sp>
      <p:pic>
        <p:nvPicPr>
          <p:cNvPr id="8" name="Pelican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51560"/>
            <a:ext cx="5486400" cy="4114800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720000" y="6220000"/>
            <a:ext cx="35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50" b="1" dirty="0">
                <a:solidFill>
                  <a:srgbClr val="277F78"/>
                </a:solidFill>
                <a:latin typeface="Aptos"/>
              </a:rPr>
              <a:t>01   /   THE FIRST TRY</a:t>
            </a:r>
            <a:endParaRPr lang="en-US" sz="9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20374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50000" y="210000"/>
            <a:ext cx="85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Aptos"/>
              </a:rPr>
              <a:t>BALANCE IS A TEAM SPORT</a:t>
            </a:r>
            <a:endParaRPr lang="en-US" sz="2400"/>
          </a:p>
        </p:txBody>
      </p:sp>
      <p:sp>
        <p:nvSpPr>
          <p:cNvPr id="5" name="Text 5"/>
          <p:cNvSpPr txBox="1"/>
          <p:nvPr/>
        </p:nvSpPr>
        <p:spPr>
          <a:xfrm>
            <a:off x="720000" y="1250000"/>
            <a:ext cx="100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2700" b="1" dirty="0">
                <a:solidFill>
                  <a:srgbClr val="203746"/>
                </a:solidFill>
                <a:latin typeface="Aptos"/>
              </a:rPr>
              <a:t>Two wheels. One wobbly pelican.</a:t>
            </a:r>
            <a:endParaRPr lang="en-US" sz="2700"/>
          </a:p>
        </p:txBody>
      </p:sp>
      <p:sp>
        <p:nvSpPr>
          <p:cNvPr id="6" name="Text 6"/>
          <p:cNvSpPr txBox="1"/>
          <p:nvPr/>
        </p:nvSpPr>
        <p:spPr>
          <a:xfrm>
            <a:off x="720000" y="2180000"/>
            <a:ext cx="51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900" b="0" dirty="0">
                <a:solidFill>
                  <a:srgbClr val="526B77"/>
                </a:solidFill>
                <a:latin typeface="Aptos"/>
              </a:rPr>
              <a:t>Pip had the feathers. Pip had the enthusiasm.</a:t>
            </a:r>
            <a:endParaRPr lang="en-US" sz="1900"/>
          </a:p>
          <a:p>
            <a:pPr algn="l"/>
            <a:r>
              <a:rPr lang="en-US" sz="1900" b="0" dirty="0">
                <a:solidFill>
                  <a:srgbClr val="526B77"/>
                </a:solidFill>
                <a:latin typeface="Aptos"/>
              </a:rPr>
              <a:t>The steering part took a little practice.</a:t>
            </a:r>
            <a:endParaRPr lang="en-US" sz="1900"/>
          </a:p>
        </p:txBody>
      </p:sp>
      <p:sp>
        <p:nvSpPr>
          <p:cNvPr id="7" name="Shape 7"/>
          <p:cNvSpPr/>
          <p:nvPr/>
        </p:nvSpPr>
        <p:spPr>
          <a:xfrm>
            <a:off x="720000" y="3770000"/>
            <a:ext cx="4700000" cy="1250000"/>
          </a:xfrm>
          <a:prstGeom prst="roundRect">
            <a:avLst/>
          </a:prstGeom>
          <a:solidFill>
            <a:srgbClr val="EAF7F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950000" y="3930000"/>
            <a:ext cx="1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050" b="1" dirty="0">
                <a:solidFill>
                  <a:srgbClr val="277F78"/>
                </a:solidFill>
                <a:latin typeface="Aptos"/>
              </a:rPr>
              <a:t>THE PLAN</a:t>
            </a:r>
            <a:endParaRPr lang="en-US" sz="1050"/>
          </a:p>
        </p:txBody>
      </p:sp>
      <p:sp>
        <p:nvSpPr>
          <p:cNvPr id="9" name="Text 9"/>
          <p:cNvSpPr txBox="1"/>
          <p:nvPr/>
        </p:nvSpPr>
        <p:spPr>
          <a:xfrm>
            <a:off x="950000" y="4300000"/>
            <a:ext cx="42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50" b="1" dirty="0">
                <a:solidFill>
                  <a:srgbClr val="203746"/>
                </a:solidFill>
                <a:latin typeface="Aptos"/>
              </a:rPr>
              <a:t>Look ahead  •  Keep pedaling  •  Trust your wobble</a:t>
            </a:r>
            <a:endParaRPr lang="en-US" sz="1450"/>
          </a:p>
        </p:txBody>
      </p:sp>
      <p:pic>
        <p:nvPicPr>
          <p:cNvPr id="10" name="Pelican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51560"/>
            <a:ext cx="5486400" cy="4114800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720000" y="6220000"/>
            <a:ext cx="50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50" b="1" dirty="0">
                <a:solidFill>
                  <a:srgbClr val="277F78"/>
                </a:solidFill>
                <a:latin typeface="Aptos"/>
              </a:rPr>
              <a:t>02   /   FINDING THE RHYTHM</a:t>
            </a:r>
            <a:endParaRPr lang="en-US" sz="9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D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E84F43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50000" y="210000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Aptos"/>
              </a:rPr>
              <a:t>AND THEN… OFF HE WENT!</a:t>
            </a:r>
            <a:endParaRPr lang="en-US" sz="2400"/>
          </a:p>
        </p:txBody>
      </p:sp>
      <p:sp>
        <p:nvSpPr>
          <p:cNvPr id="5" name="Text 5"/>
          <p:cNvSpPr txBox="1"/>
          <p:nvPr/>
        </p:nvSpPr>
        <p:spPr>
          <a:xfrm>
            <a:off x="720000" y="1350000"/>
            <a:ext cx="62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3100" b="1" dirty="0">
                <a:solidFill>
                  <a:srgbClr val="203746"/>
                </a:solidFill>
                <a:latin typeface="Aptos"/>
              </a:rPr>
              <a:t>A wobble became a glide.</a:t>
            </a:r>
            <a:endParaRPr lang="en-US" sz="3100"/>
          </a:p>
        </p:txBody>
      </p:sp>
      <p:sp>
        <p:nvSpPr>
          <p:cNvPr id="6" name="Text 6"/>
          <p:cNvSpPr txBox="1"/>
          <p:nvPr/>
        </p:nvSpPr>
        <p:spPr>
          <a:xfrm>
            <a:off x="720000" y="2320000"/>
            <a:ext cx="52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900" b="0" dirty="0">
                <a:solidFill>
                  <a:srgbClr val="526B77"/>
                </a:solidFill>
                <a:latin typeface="Aptos"/>
              </a:rPr>
              <a:t>Past the daisies, over the hill, scarf in the breeze.</a:t>
            </a:r>
            <a:endParaRPr lang="en-US" sz="1900"/>
          </a:p>
          <a:p>
            <a:pPr algn="l"/>
            <a:r>
              <a:rPr lang="en-US" sz="1900" b="0" dirty="0">
                <a:solidFill>
                  <a:srgbClr val="526B77"/>
                </a:solidFill>
                <a:latin typeface="Aptos"/>
              </a:rPr>
              <a:t>Pip discovered that confidence can look a little shaky</a:t>
            </a:r>
            <a:endParaRPr lang="en-US" sz="1900"/>
          </a:p>
          <a:p>
            <a:pPr algn="l"/>
            <a:r>
              <a:rPr lang="en-US" sz="1900" b="0" dirty="0">
                <a:solidFill>
                  <a:srgbClr val="526B77"/>
                </a:solidFill>
                <a:latin typeface="Aptos"/>
              </a:rPr>
              <a:t>at first—and still carry you somewhere wonderful.</a:t>
            </a:r>
            <a:endParaRPr lang="en-US" sz="1900"/>
          </a:p>
        </p:txBody>
      </p:sp>
      <p:pic>
        <p:nvPicPr>
          <p:cNvPr id="7" name="Pelican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51560"/>
            <a:ext cx="5486400" cy="4114800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720000" y="5480000"/>
            <a:ext cx="15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300" b="1" dirty="0">
                <a:solidFill>
                  <a:srgbClr val="E84F43"/>
                </a:solidFill>
                <a:latin typeface="Aptos"/>
              </a:rPr>
              <a:t>THE END</a:t>
            </a:r>
            <a:endParaRPr lang="en-US" sz="1300"/>
          </a:p>
        </p:txBody>
      </p:sp>
      <p:sp>
        <p:nvSpPr>
          <p:cNvPr id="9" name="Text 9"/>
          <p:cNvSpPr txBox="1"/>
          <p:nvPr/>
        </p:nvSpPr>
        <p:spPr>
          <a:xfrm>
            <a:off x="720000" y="5870000"/>
            <a:ext cx="40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2100" b="1" dirty="0">
                <a:solidFill>
                  <a:srgbClr val="203746"/>
                </a:solidFill>
                <a:latin typeface="Aptos"/>
              </a:rPr>
              <a:t>Keep rolling, Pip.</a:t>
            </a:r>
            <a:endParaRPr lang="en-US" sz="2100"/>
          </a:p>
        </p:txBody>
      </p:sp>
    </p:spTree>
  </p:cSld>
  <p:clrMapOvr>
    <a:masterClrMapping/>
  </p:clrMapOvr>
</p:sld>
</file>